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KAR MANE" userId="bffc997f043e0d99" providerId="LiveId" clId="{5F9893E9-5CBF-44EB-855C-00693ADA766D}"/>
    <pc:docChg chg="custSel modSld">
      <pc:chgData name="OMKAR MANE" userId="bffc997f043e0d99" providerId="LiveId" clId="{5F9893E9-5CBF-44EB-855C-00693ADA766D}" dt="2026-04-20T09:23:37.003" v="0" actId="700"/>
      <pc:docMkLst>
        <pc:docMk/>
      </pc:docMkLst>
      <pc:sldChg chg="modSp mod modClrScheme chgLayout">
        <pc:chgData name="OMKAR MANE" userId="bffc997f043e0d99" providerId="LiveId" clId="{5F9893E9-5CBF-44EB-855C-00693ADA766D}" dt="2026-04-20T09:23:37.003" v="0" actId="700"/>
        <pc:sldMkLst>
          <pc:docMk/>
          <pc:sldMk cId="0" sldId="263"/>
        </pc:sldMkLst>
        <pc:spChg chg="mod ord">
          <ac:chgData name="OMKAR MANE" userId="bffc997f043e0d99" providerId="LiveId" clId="{5F9893E9-5CBF-44EB-855C-00693ADA766D}" dt="2026-04-20T09:23:37.003" v="0" actId="700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OMKAR MANE" userId="bffc997f043e0d99" providerId="LiveId" clId="{5F9893E9-5CBF-44EB-855C-00693ADA766D}" dt="2026-04-20T09:23:37.003" v="0" actId="700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F3FF"/>
                </a:solidFill>
              </a:defRPr>
            </a:pPr>
            <a:r>
              <a:t>VaporPrint: The World's First Ephemeral Print-SaaS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"Paper is for you. Data is for no one."</a:t>
            </a:r>
          </a:p>
          <a:p>
            <a:r>
              <a:t>Building the Privacy Layer for the $80B Desktop Printing Market.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3FF"/>
                </a:solidFill>
              </a:defRPr>
            </a:pPr>
            <a:r>
              <a:t>Privacy is a Daily Hazard (CSV Insights)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100% of users leak PII via WhatsApp/Email for prints.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53% NEVER ask shopkeepers to delete files.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88% are skeptical or certain that files stay stored forever.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Insight: Users value Convenience &gt; Privacy by default.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3FF"/>
                </a:solidFill>
              </a:defRPr>
            </a:pPr>
            <a:r>
              <a:t>The Friction Paradox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82% of surveyed users are deeply concerned about privacy.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Why do they fail to act? Security currently takes too much effort.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Solution: VaporPrint delivers privacy in 30 seconds, not 5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3FF"/>
                </a:solidFill>
              </a:defRPr>
            </a:pPr>
            <a:r>
              <a:t>Ephemeral Streaming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Traditional: User -&gt; WhatsApp -&gt; Shop PC (SSD Storage) -&gt; Print.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VaporPrint: User -&gt; Secure Tunnel -&gt; RAM-Only Buffer -&gt; Printer.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Stateless Processing: No data ever hits the hard drive.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One-Time Access: Auto-purges instantly after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3FF"/>
                </a:solidFill>
              </a:defRPr>
            </a:pPr>
            <a:r>
              <a:t>The 30-Second Workflow (Prototype)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1. SCAN: User scans the shop's unique VaporPrint QR.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2. STREAM: User drops document into the secure web-proxy.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3. EXECUTE: Shop enters a one-time OTP to trigger the print.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4. VAPORIZE: The RAM buffer is wiped instantly. Trace-free.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3FF"/>
                </a:solidFill>
              </a:defRPr>
            </a:pPr>
            <a:r>
              <a:t>Trust as a Subscription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Merchant SaaS: Shops pay for 'Secure Node' certification.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Enterprise Licensing: Universities and Law Firms.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Platform Fee: Per-transaction convenience fee for high-stakes docs.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Market: 10M+ local print nodes waiting for secure infrastructure.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3FF"/>
                </a:solidFill>
              </a:defRPr>
            </a:pPr>
            <a:r>
              <a:t>Redefining Physical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Eliminates Identity Theft risk at high-traffic public hubs.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Gives shops a competitive edge via 'Privacy-as-a-Badge'.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Proof: 82% of surveyed users would switch for a 'Vaporized' option.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3FF"/>
                </a:solidFill>
              </a:defRPr>
            </a:pPr>
            <a:r>
              <a:t>A World Without Digital Footprints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Future: Standard utility for hotels, clinics, and airports.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• If data disappears by design, privacy becomes default.</a:t>
            </a:r>
          </a:p>
          <a:p>
            <a:pPr>
              <a:defRPr>
                <a:solidFill>
                  <a:srgbClr val="FFFFFF"/>
                </a:solidFill>
              </a:defRPr>
            </a:pPr>
            <a:endParaRPr/>
          </a:p>
          <a:p>
            <a:pPr>
              <a:defRPr>
                <a:solidFill>
                  <a:srgbClr val="FFFFFF"/>
                </a:solidFill>
              </a:defRPr>
            </a:pPr>
            <a:r>
              <a:t>VaporPrint: Join the Revolution. Vaporize the Trace.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369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VaporPrint: The World's First Ephemeral Print-SaaS</vt:lpstr>
      <vt:lpstr>Privacy is a Daily Hazard (CSV Insights)</vt:lpstr>
      <vt:lpstr>The Friction Paradox</vt:lpstr>
      <vt:lpstr>Ephemeral Streaming Architecture</vt:lpstr>
      <vt:lpstr>The 30-Second Workflow (Prototype)</vt:lpstr>
      <vt:lpstr>Trust as a Subscription Service</vt:lpstr>
      <vt:lpstr>Redefining Physical Transactions</vt:lpstr>
      <vt:lpstr>A World Without Digital Footprints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OMKAR MANE</cp:lastModifiedBy>
  <cp:revision>1</cp:revision>
  <dcterms:created xsi:type="dcterms:W3CDTF">2013-01-27T09:14:16Z</dcterms:created>
  <dcterms:modified xsi:type="dcterms:W3CDTF">2026-04-20T09:23:46Z</dcterms:modified>
  <cp:category/>
</cp:coreProperties>
</file>